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2" r:id="rId1"/>
    <p:sldMasterId id="2147483713" r:id="rId2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embeddedFontLst>
    <p:embeddedFont>
      <p:font typeface="DM Sans" pitchFamily="2" charset="77"/>
      <p:regular r:id="rId8"/>
    </p:embeddedFont>
    <p:embeddedFont>
      <p:font typeface="DM Sans Light" pitchFamily="2" charset="77"/>
      <p:regular r:id="rId9"/>
      <p:bold r:id="rId10"/>
      <p:italic r:id="rId11"/>
      <p:boldItalic r:id="rId12"/>
    </p:embeddedFont>
    <p:embeddedFont>
      <p:font typeface="DM Sans SemiBold" pitchFamily="2" charset="77"/>
      <p:regular r:id="rId13"/>
      <p:bold r:id="rId14"/>
      <p:italic r:id="rId15"/>
      <p:boldItalic r:id="rId16"/>
    </p:embeddedFont>
    <p:embeddedFont>
      <p:font typeface="Newsreader" panose="02000000000000000000" pitchFamily="2" charset="77"/>
      <p:regular r:id="rId17"/>
      <p:bold r:id="rId18"/>
      <p:italic r:id="rId19"/>
      <p:boldItalic r:id="rId20"/>
    </p:embeddedFont>
    <p:embeddedFont>
      <p:font typeface="Newsreader SemiBold" panose="02000000000000000000" pitchFamily="2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1" d="100"/>
          <a:sy n="161" d="100"/>
        </p:scale>
        <p:origin x="776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7f958900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7f958900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7f958900a8_0_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7f958900a8_0_5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7f958900a8_0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7f958900a8_0_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7f958900a8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7f958900a8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only">
  <p:cSld name="BLANK_1_1_1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BLANK_1_1_1_1_3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2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3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4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5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yebrow ">
  <p:cSld name="BLANK_1_1_1_1_2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agenda">
  <p:cSld name="BLANK_1_1_1_1_1_1_1_1_1_1_1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subTitle" idx="1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3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ubTitle" idx="4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5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6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7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Horizontal - Light">
  <p:cSld name="BLANK_1_1_1_1_1_1_1_1_1_1_1_1_1_1_2">
    <p:bg>
      <p:bgPr>
        <a:solidFill>
          <a:schemeClr val="accent6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3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5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6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7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8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Horizontal - Light - Alt 1">
  <p:cSld name="BLANK_1_1_1_1_1_1_1_1_1_1_1_1_1_1_2_2">
    <p:bg>
      <p:bgPr>
        <a:solidFill>
          <a:schemeClr val="accent6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2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3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4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5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6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7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ubTitle" idx="8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9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Horizontal - Dark">
  <p:cSld name="BLANK_1_1_1_1_1_1_1_1_1_1_1_1_1_1_2_1"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2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3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4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5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6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7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8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four big ideas">
  <p:cSld name="BLANK_1_1_1_1_1_1_1_1_1_1_1_1_1_1_1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2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4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subTitle" idx="5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6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ubTitle" idx="7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8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9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13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big ideas">
  <p:cSld name="BLANK_1_1_1_1_1_1_1_1_1_1_1_1_1_1_1_3">
    <p:bg>
      <p:bgPr>
        <a:solidFill>
          <a:schemeClr val="accent2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2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ubTitle" idx="3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ubTitle" idx="4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ubTitle" idx="5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6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7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8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subTitle" idx="9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subTitle" idx="13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subTitle" idx="14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5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1">
  <p:cSld name="BLANK_1_1_1_1_1_1_1_1_1_1_1_1_1_1_1_2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2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ubTitle" idx="3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subTitle" idx="4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body" idx="5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6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subTitle" idx="7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8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ubTitle" idx="9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subTitle" idx="13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body" idx="14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15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16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subTitle" idx="17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7_1_1_1_1_1_1_1_1_1_1_1_1_1_1_1_1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>
            <a:spLocks noGrp="1"/>
          </p:cNvSpPr>
          <p:nvPr>
            <p:ph type="pic" idx="2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Google Shape;161;p24"/>
          <p:cNvSpPr txBox="1">
            <a:spLocks noGrp="1"/>
          </p:cNvSpPr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subTitle" idx="1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body" idx="3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and Four steps">
  <p:cSld name="CUSTOM_7_1_1_1_1_1_1_1_1_1_1_1_1_1_1_1_1_1_2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2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subTitle" idx="3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subTitle" idx="4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5"/>
          <p:cNvSpPr txBox="1">
            <a:spLocks noGrp="1"/>
          </p:cNvSpPr>
          <p:nvPr>
            <p:ph type="subTitle" idx="5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ubTitle" idx="6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subTitle" idx="7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subTitle" idx="8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subTitle" idx="9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Light">
  <p:cSld name="CUSTOM_7_1_1_1_1_1_1_1_1_1_1_1_1_1_1_1_1_1_1_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188" name="Google Shape;188;p26"/>
          <p:cNvSpPr>
            <a:spLocks noGrp="1"/>
          </p:cNvSpPr>
          <p:nvPr>
            <p:ph type="pic" idx="2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>
            <a:spLocks noGrp="1"/>
          </p:cNvSpPr>
          <p:nvPr>
            <p:ph type="subTitle" idx="3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subTitle" idx="4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">
  <p:cSld name="CUSTOM_7_1_1_1_1_1_1_1_1_1_1_1_1_1_1_1_1_1_1_1_1"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27"/>
          <p:cNvSpPr>
            <a:spLocks noGrp="1"/>
          </p:cNvSpPr>
          <p:nvPr>
            <p:ph type="pic" idx="2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>
            <a:spLocks noGrp="1"/>
          </p:cNvSpPr>
          <p:nvPr>
            <p:ph type="subTitle" idx="3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subTitle" idx="4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modules">
  <p:cSld name="CUSTOM">
    <p:bg>
      <p:bgPr>
        <a:solidFill>
          <a:schemeClr val="l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subTitle" idx="2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body" idx="3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title" idx="4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title" idx="5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title" idx="6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body" idx="7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8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28"/>
          <p:cNvSpPr txBox="1">
            <a:spLocks noGrp="1"/>
          </p:cNvSpPr>
          <p:nvPr>
            <p:ph type="body" idx="9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28"/>
          <p:cNvSpPr txBox="1">
            <a:spLocks noGrp="1"/>
          </p:cNvSpPr>
          <p:nvPr>
            <p:ph type="body" idx="13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28"/>
          <p:cNvSpPr txBox="1">
            <a:spLocks noGrp="1"/>
          </p:cNvSpPr>
          <p:nvPr>
            <p:ph type="body" idx="14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modules">
  <p:cSld name="CUSTOM_1"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subTitle" idx="2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body" idx="3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ubTitle" idx="4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body" idx="5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subTitle" idx="6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body" idx="7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8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body" idx="9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subTitle" idx="13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14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24" name="Google Shape;224;p29"/>
          <p:cNvSpPr txBox="1">
            <a:spLocks noGrp="1"/>
          </p:cNvSpPr>
          <p:nvPr>
            <p:ph type="subTitle" idx="15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modules">
  <p:cSld name="CUSTOM_1_1"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2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title" idx="3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subTitle" idx="4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subTitle" idx="5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ubTitle" idx="6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modules">
  <p:cSld name="CUSTOM_1_1_1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subTitle" idx="2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with image - Alt 1">
  <p:cSld name="CUSTOM_2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>
            <a:spLocks noGrp="1"/>
          </p:cNvSpPr>
          <p:nvPr>
            <p:ph type="pic" idx="2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>
            <a:spLocks noGrp="1"/>
          </p:cNvSpPr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body" idx="1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with image - Alt 2">
  <p:cSld name="CUSTOM_2_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3"/>
          <p:cNvSpPr txBox="1">
            <a:spLocks noGrp="1"/>
          </p:cNvSpPr>
          <p:nvPr>
            <p:ph type="body" idx="2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51" name="Google Shape;251;p33"/>
          <p:cNvSpPr txBox="1">
            <a:spLocks noGrp="1"/>
          </p:cNvSpPr>
          <p:nvPr>
            <p:ph type="subTitle" idx="3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253" name="Google Shape;253;p33"/>
          <p:cNvSpPr>
            <a:spLocks noGrp="1"/>
          </p:cNvSpPr>
          <p:nvPr>
            <p:ph type="pic" idx="4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with image - Alt 3">
  <p:cSld name="CUSTOM_2_1_2">
    <p:bg>
      <p:bgPr>
        <a:solidFill>
          <a:schemeClr val="accen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4"/>
          <p:cNvSpPr txBox="1">
            <a:spLocks noGrp="1"/>
          </p:cNvSpPr>
          <p:nvPr>
            <p:ph type="subTitle" idx="2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34"/>
          <p:cNvSpPr txBox="1">
            <a:spLocks noGrp="1"/>
          </p:cNvSpPr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>
            <a:endParaRPr/>
          </a:p>
        </p:txBody>
      </p:sp>
      <p:sp>
        <p:nvSpPr>
          <p:cNvPr id="259" name="Google Shape;259;p34"/>
          <p:cNvSpPr>
            <a:spLocks noGrp="1"/>
          </p:cNvSpPr>
          <p:nvPr>
            <p:ph type="pic" idx="3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header">
  <p:cSld name="CUSTOM_2_1_2_1_2">
    <p:bg>
      <p:bgPr>
        <a:solidFill>
          <a:schemeClr val="lt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>
            <a:spLocks noGrp="1"/>
          </p:cNvSpPr>
          <p:nvPr>
            <p:ph type="pic" idx="2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35"/>
          <p:cNvSpPr txBox="1">
            <a:spLocks noGrp="1"/>
          </p:cNvSpPr>
          <p:nvPr>
            <p:ph type="subTitle" idx="3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65" name="Google Shape;265;p35"/>
          <p:cNvSpPr txBox="1">
            <a:spLocks noGrp="1"/>
          </p:cNvSpPr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35"/>
          <p:cNvSpPr txBox="1">
            <a:spLocks noGrp="1"/>
          </p:cNvSpPr>
          <p:nvPr>
            <p:ph type="body" idx="4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with image - Alt 5">
  <p:cSld name="CUSTOM_2_1_2_1_1">
    <p:bg>
      <p:bgPr>
        <a:solidFill>
          <a:schemeClr val="accent2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6" descr="The reflective glass facade of a skyscraper. "/>
          <p:cNvPicPr preferRelativeResize="0"/>
          <p:nvPr/>
        </p:nvPicPr>
        <p:blipFill rotWithShape="1">
          <a:blip r:embed="rId2">
            <a:alphaModFix amt="14000"/>
          </a:blip>
          <a:srcRect b="15605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6"/>
          <p:cNvSpPr txBox="1">
            <a:spLocks noGrp="1"/>
          </p:cNvSpPr>
          <p:nvPr>
            <p:ph type="body" idx="2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72" name="Google Shape;272;p36"/>
          <p:cNvSpPr txBox="1">
            <a:spLocks noGrp="1"/>
          </p:cNvSpPr>
          <p:nvPr>
            <p:ph type="subTitle" idx="3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73" name="Google Shape;273;p36"/>
          <p:cNvSpPr txBox="1">
            <a:spLocks noGrp="1"/>
          </p:cNvSpPr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274" name="Google Shape;274;p36"/>
          <p:cNvSpPr>
            <a:spLocks noGrp="1"/>
          </p:cNvSpPr>
          <p:nvPr>
            <p:ph type="pic" idx="4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- Alt 2">
  <p:cSld name="CUSTOM_2_1_1_1">
    <p:bg>
      <p:bgPr>
        <a:solidFill>
          <a:schemeClr val="accent1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7" descr="A modern glass skyscraper. "/>
          <p:cNvPicPr preferRelativeResize="0"/>
          <p:nvPr/>
        </p:nvPicPr>
        <p:blipFill rotWithShape="1">
          <a:blip r:embed="rId2">
            <a:alphaModFix amt="14000"/>
          </a:blip>
          <a:srcRect b="15605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7"/>
          <p:cNvSpPr txBox="1">
            <a:spLocks noGrp="1"/>
          </p:cNvSpPr>
          <p:nvPr>
            <p:ph type="subTitle" idx="2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80" name="Google Shape;280;p37"/>
          <p:cNvSpPr txBox="1">
            <a:spLocks noGrp="1"/>
          </p:cNvSpPr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overview - Six modules">
  <p:cSld name="CUSTOM_3">
    <p:bg>
      <p:bgPr>
        <a:solidFill>
          <a:schemeClr val="lt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5" name="Google Shape;285;p38"/>
          <p:cNvSpPr txBox="1">
            <a:spLocks noGrp="1"/>
          </p:cNvSpPr>
          <p:nvPr>
            <p:ph type="subTitle" idx="1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38"/>
          <p:cNvSpPr txBox="1">
            <a:spLocks noGrp="1"/>
          </p:cNvSpPr>
          <p:nvPr>
            <p:ph type="subTitle" idx="2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87" name="Google Shape;287;p3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p38"/>
          <p:cNvSpPr txBox="1">
            <a:spLocks noGrp="1"/>
          </p:cNvSpPr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38"/>
          <p:cNvSpPr txBox="1">
            <a:spLocks noGrp="1"/>
          </p:cNvSpPr>
          <p:nvPr>
            <p:ph type="subTitle" idx="4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1" name="Google Shape;291;p38"/>
          <p:cNvSpPr txBox="1">
            <a:spLocks noGrp="1"/>
          </p:cNvSpPr>
          <p:nvPr>
            <p:ph type="subTitle" idx="5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2" name="Google Shape;292;p38"/>
          <p:cNvSpPr txBox="1">
            <a:spLocks noGrp="1"/>
          </p:cNvSpPr>
          <p:nvPr>
            <p:ph type="subTitle" idx="6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38"/>
          <p:cNvSpPr txBox="1">
            <a:spLocks noGrp="1"/>
          </p:cNvSpPr>
          <p:nvPr>
            <p:ph type="subTitle" idx="7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4" name="Google Shape;294;p38"/>
          <p:cNvSpPr txBox="1">
            <a:spLocks noGrp="1"/>
          </p:cNvSpPr>
          <p:nvPr>
            <p:ph type="subTitle" idx="8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38"/>
          <p:cNvSpPr txBox="1">
            <a:spLocks noGrp="1"/>
          </p:cNvSpPr>
          <p:nvPr>
            <p:ph type="subTitle" idx="9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6" name="Google Shape;296;p38"/>
          <p:cNvSpPr txBox="1">
            <a:spLocks noGrp="1"/>
          </p:cNvSpPr>
          <p:nvPr>
            <p:ph type="subTitle" idx="13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7" name="Google Shape;297;p38"/>
          <p:cNvSpPr txBox="1">
            <a:spLocks noGrp="1"/>
          </p:cNvSpPr>
          <p:nvPr>
            <p:ph type="subTitle" idx="14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8" name="Google Shape;298;p38"/>
          <p:cNvSpPr txBox="1">
            <a:spLocks noGrp="1"/>
          </p:cNvSpPr>
          <p:nvPr>
            <p:ph type="subTitle" idx="15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38"/>
          <p:cNvSpPr txBox="1">
            <a:spLocks noGrp="1"/>
          </p:cNvSpPr>
          <p:nvPr>
            <p:ph type="subTitle" idx="16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ence - Alt 1">
  <p:cSld name="CUSTOM_4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>
            <a:spLocks noGrp="1"/>
          </p:cNvSpPr>
          <p:nvPr>
            <p:ph type="subTitle" idx="1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02" name="Google Shape;302;p39"/>
          <p:cNvSpPr txBox="1">
            <a:spLocks noGrp="1"/>
          </p:cNvSpPr>
          <p:nvPr>
            <p:ph type="body" idx="2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03" name="Google Shape;303;p39"/>
          <p:cNvSpPr>
            <a:spLocks noGrp="1"/>
          </p:cNvSpPr>
          <p:nvPr>
            <p:ph type="pic" idx="3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39"/>
          <p:cNvSpPr txBox="1">
            <a:spLocks noGrp="1"/>
          </p:cNvSpPr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305" name="Google Shape;305;p39"/>
          <p:cNvSpPr txBox="1">
            <a:spLocks noGrp="1"/>
          </p:cNvSpPr>
          <p:nvPr>
            <p:ph type="subTitle" idx="4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9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>
            <a:spLocks noGrp="1"/>
          </p:cNvSpPr>
          <p:nvPr>
            <p:ph type="subTitle" idx="5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39"/>
          <p:cNvSpPr txBox="1">
            <a:spLocks noGrp="1"/>
          </p:cNvSpPr>
          <p:nvPr>
            <p:ph type="subTitle" idx="6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subTitle" idx="7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10" name="Google Shape;310;p39"/>
          <p:cNvSpPr txBox="1">
            <a:spLocks noGrp="1"/>
          </p:cNvSpPr>
          <p:nvPr>
            <p:ph type="body" idx="8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subTitle" idx="9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3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13" name="Google Shape;313;p39"/>
          <p:cNvSpPr txBox="1">
            <a:spLocks noGrp="1"/>
          </p:cNvSpPr>
          <p:nvPr>
            <p:ph type="body" idx="14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ence - Alt 2">
  <p:cSld name="CUSTOM_4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>
            <a:spLocks noGrp="1"/>
          </p:cNvSpPr>
          <p:nvPr>
            <p:ph type="pic" idx="2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>
            <a:spLocks noGrp="1"/>
          </p:cNvSpPr>
          <p:nvPr>
            <p:ph type="subTitle" idx="1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- Four members">
  <p:cSld name="CUSTOM_5"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>
            <a:spLocks noGrp="1"/>
          </p:cNvSpPr>
          <p:nvPr>
            <p:ph type="body" idx="1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20" name="Google Shape;320;p41"/>
          <p:cNvSpPr txBox="1">
            <a:spLocks noGrp="1"/>
          </p:cNvSpPr>
          <p:nvPr>
            <p:ph type="body" idx="2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21" name="Google Shape;321;p41"/>
          <p:cNvSpPr txBox="1">
            <a:spLocks noGrp="1"/>
          </p:cNvSpPr>
          <p:nvPr>
            <p:ph type="body" idx="3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22" name="Google Shape;322;p41"/>
          <p:cNvSpPr txBox="1">
            <a:spLocks noGrp="1"/>
          </p:cNvSpPr>
          <p:nvPr>
            <p:ph type="body" idx="4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23" name="Google Shape;323;p41"/>
          <p:cNvSpPr>
            <a:spLocks noGrp="1"/>
          </p:cNvSpPr>
          <p:nvPr>
            <p:ph type="pic" idx="5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>
            <a:spLocks noGrp="1"/>
          </p:cNvSpPr>
          <p:nvPr>
            <p:ph type="pic" idx="6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>
            <a:spLocks noGrp="1"/>
          </p:cNvSpPr>
          <p:nvPr>
            <p:ph type="pic" idx="7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9" name="Google Shape;329;p41"/>
          <p:cNvSpPr>
            <a:spLocks noGrp="1"/>
          </p:cNvSpPr>
          <p:nvPr>
            <p:ph type="pic" idx="8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>
            <a:spLocks noGrp="1"/>
          </p:cNvSpPr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ubTitle" idx="9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subTitle" idx="13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subTitle" idx="14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5" name="Google Shape;335;p41"/>
          <p:cNvSpPr txBox="1">
            <a:spLocks noGrp="1"/>
          </p:cNvSpPr>
          <p:nvPr>
            <p:ph type="subTitle" idx="15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36" name="Google Shape;336;p41"/>
          <p:cNvSpPr txBox="1">
            <a:spLocks noGrp="1"/>
          </p:cNvSpPr>
          <p:nvPr>
            <p:ph type="subTitle" idx="16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41"/>
          <p:cNvSpPr txBox="1">
            <a:spLocks noGrp="1"/>
          </p:cNvSpPr>
          <p:nvPr>
            <p:ph type="subTitle" idx="17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8" name="Google Shape;338;p41"/>
          <p:cNvSpPr txBox="1">
            <a:spLocks noGrp="1"/>
          </p:cNvSpPr>
          <p:nvPr>
            <p:ph type="subTitle" idx="18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39" name="Google Shape;339;p41"/>
          <p:cNvSpPr txBox="1">
            <a:spLocks noGrp="1"/>
          </p:cNvSpPr>
          <p:nvPr>
            <p:ph type="subTitle" idx="19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40" name="Google Shape;340;p41"/>
          <p:cNvSpPr txBox="1">
            <a:spLocks noGrp="1"/>
          </p:cNvSpPr>
          <p:nvPr>
            <p:ph type="subTitle" idx="20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1" name="Google Shape;341;p41"/>
          <p:cNvSpPr txBox="1">
            <a:spLocks noGrp="1"/>
          </p:cNvSpPr>
          <p:nvPr>
            <p:ph type="subTitle" idx="21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42" name="Google Shape;342;p41"/>
          <p:cNvSpPr txBox="1">
            <a:spLocks noGrp="1"/>
          </p:cNvSpPr>
          <p:nvPr>
            <p:ph type="subTitle" idx="22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41"/>
          <p:cNvSpPr txBox="1">
            <a:spLocks noGrp="1"/>
          </p:cNvSpPr>
          <p:nvPr>
            <p:ph type="subTitle" idx="23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41"/>
          <p:cNvSpPr txBox="1">
            <a:spLocks noGrp="1"/>
          </p:cNvSpPr>
          <p:nvPr>
            <p:ph type="subTitle" idx="24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- Eight members">
  <p:cSld name="CUSTOM_6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>
            <a:spLocks noGrp="1"/>
          </p:cNvSpPr>
          <p:nvPr>
            <p:ph type="subTitle" idx="1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7" name="Google Shape;347;p42"/>
          <p:cNvSpPr txBox="1">
            <a:spLocks noGrp="1"/>
          </p:cNvSpPr>
          <p:nvPr>
            <p:ph type="subTitle" idx="2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48" name="Google Shape;348;p42"/>
          <p:cNvSpPr txBox="1">
            <a:spLocks noGrp="1"/>
          </p:cNvSpPr>
          <p:nvPr>
            <p:ph type="subTitle" idx="3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49" name="Google Shape;349;p42"/>
          <p:cNvSpPr>
            <a:spLocks noGrp="1"/>
          </p:cNvSpPr>
          <p:nvPr>
            <p:ph type="pic" idx="4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>
            <a:spLocks noGrp="1"/>
          </p:cNvSpPr>
          <p:nvPr>
            <p:ph type="subTitle" idx="5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1" name="Google Shape;351;p42"/>
          <p:cNvSpPr txBox="1">
            <a:spLocks noGrp="1"/>
          </p:cNvSpPr>
          <p:nvPr>
            <p:ph type="subTitle" idx="6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52" name="Google Shape;352;p42"/>
          <p:cNvSpPr txBox="1">
            <a:spLocks noGrp="1"/>
          </p:cNvSpPr>
          <p:nvPr>
            <p:ph type="subTitle" idx="7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53" name="Google Shape;353;p42"/>
          <p:cNvSpPr>
            <a:spLocks noGrp="1"/>
          </p:cNvSpPr>
          <p:nvPr>
            <p:ph type="pic" idx="8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>
            <a:spLocks noGrp="1"/>
          </p:cNvSpPr>
          <p:nvPr>
            <p:ph type="subTitle" idx="9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5" name="Google Shape;355;p42"/>
          <p:cNvSpPr txBox="1">
            <a:spLocks noGrp="1"/>
          </p:cNvSpPr>
          <p:nvPr>
            <p:ph type="subTitle" idx="13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56" name="Google Shape;356;p42"/>
          <p:cNvSpPr txBox="1">
            <a:spLocks noGrp="1"/>
          </p:cNvSpPr>
          <p:nvPr>
            <p:ph type="subTitle" idx="14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57" name="Google Shape;357;p42"/>
          <p:cNvSpPr>
            <a:spLocks noGrp="1"/>
          </p:cNvSpPr>
          <p:nvPr>
            <p:ph type="pic" idx="15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>
            <a:spLocks noGrp="1"/>
          </p:cNvSpPr>
          <p:nvPr>
            <p:ph type="subTitle" idx="16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9" name="Google Shape;359;p42"/>
          <p:cNvSpPr txBox="1">
            <a:spLocks noGrp="1"/>
          </p:cNvSpPr>
          <p:nvPr>
            <p:ph type="subTitle" idx="17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60" name="Google Shape;360;p42"/>
          <p:cNvSpPr txBox="1">
            <a:spLocks noGrp="1"/>
          </p:cNvSpPr>
          <p:nvPr>
            <p:ph type="subTitle" idx="18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61" name="Google Shape;361;p42"/>
          <p:cNvSpPr>
            <a:spLocks noGrp="1"/>
          </p:cNvSpPr>
          <p:nvPr>
            <p:ph type="pic" idx="19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>
            <a:spLocks noGrp="1"/>
          </p:cNvSpPr>
          <p:nvPr>
            <p:ph type="subTitle" idx="20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3" name="Google Shape;363;p42"/>
          <p:cNvSpPr txBox="1">
            <a:spLocks noGrp="1"/>
          </p:cNvSpPr>
          <p:nvPr>
            <p:ph type="subTitle" idx="21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64" name="Google Shape;364;p42"/>
          <p:cNvSpPr txBox="1">
            <a:spLocks noGrp="1"/>
          </p:cNvSpPr>
          <p:nvPr>
            <p:ph type="subTitle" idx="22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65" name="Google Shape;365;p42"/>
          <p:cNvSpPr>
            <a:spLocks noGrp="1"/>
          </p:cNvSpPr>
          <p:nvPr>
            <p:ph type="pic" idx="23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>
            <a:spLocks noGrp="1"/>
          </p:cNvSpPr>
          <p:nvPr>
            <p:ph type="subTitle" idx="24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7" name="Google Shape;367;p42"/>
          <p:cNvSpPr txBox="1">
            <a:spLocks noGrp="1"/>
          </p:cNvSpPr>
          <p:nvPr>
            <p:ph type="subTitle" idx="25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68" name="Google Shape;368;p42"/>
          <p:cNvSpPr txBox="1">
            <a:spLocks noGrp="1"/>
          </p:cNvSpPr>
          <p:nvPr>
            <p:ph type="subTitle" idx="26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69" name="Google Shape;369;p42"/>
          <p:cNvSpPr>
            <a:spLocks noGrp="1"/>
          </p:cNvSpPr>
          <p:nvPr>
            <p:ph type="pic" idx="27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>
            <a:spLocks noGrp="1"/>
          </p:cNvSpPr>
          <p:nvPr>
            <p:ph type="subTitle" idx="28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1" name="Google Shape;371;p42"/>
          <p:cNvSpPr txBox="1">
            <a:spLocks noGrp="1"/>
          </p:cNvSpPr>
          <p:nvPr>
            <p:ph type="subTitle" idx="29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72" name="Google Shape;372;p42"/>
          <p:cNvSpPr txBox="1">
            <a:spLocks noGrp="1"/>
          </p:cNvSpPr>
          <p:nvPr>
            <p:ph type="subTitle" idx="30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73" name="Google Shape;373;p42"/>
          <p:cNvSpPr>
            <a:spLocks noGrp="1"/>
          </p:cNvSpPr>
          <p:nvPr>
            <p:ph type="pic" idx="31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>
            <a:spLocks noGrp="1"/>
          </p:cNvSpPr>
          <p:nvPr>
            <p:ph type="subTitle" idx="32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5" name="Google Shape;375;p42"/>
          <p:cNvSpPr txBox="1">
            <a:spLocks noGrp="1"/>
          </p:cNvSpPr>
          <p:nvPr>
            <p:ph type="subTitle" idx="33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76" name="Google Shape;376;p42"/>
          <p:cNvSpPr txBox="1">
            <a:spLocks noGrp="1"/>
          </p:cNvSpPr>
          <p:nvPr>
            <p:ph type="subTitle" idx="34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77" name="Google Shape;377;p42"/>
          <p:cNvSpPr>
            <a:spLocks noGrp="1"/>
          </p:cNvSpPr>
          <p:nvPr>
            <p:ph type="pic" idx="35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>
            <a:spLocks noGrp="1"/>
          </p:cNvSpPr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379" name="Google Shape;379;p4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>
            <a:spLocks noGrp="1"/>
          </p:cNvSpPr>
          <p:nvPr>
            <p:ph type="subTitle" idx="36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otlight - Alt 2">
  <p:cSld name="CUSTOM_7_1">
    <p:bg>
      <p:bgPr>
        <a:solidFill>
          <a:schemeClr val="accent2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>
            <a:spLocks noGrp="1"/>
          </p:cNvSpPr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384" name="Google Shape;384;p43"/>
          <p:cNvSpPr>
            <a:spLocks noGrp="1"/>
          </p:cNvSpPr>
          <p:nvPr>
            <p:ph type="pic" idx="2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>
            <a:spLocks noGrp="1"/>
          </p:cNvSpPr>
          <p:nvPr>
            <p:ph type="body" idx="1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86" name="Google Shape;386;p4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>
            <a:spLocks noGrp="1"/>
          </p:cNvSpPr>
          <p:nvPr>
            <p:ph type="body" idx="3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>
            <a:endParaRPr/>
          </a:p>
        </p:txBody>
      </p:sp>
      <p:sp>
        <p:nvSpPr>
          <p:cNvPr id="388" name="Google Shape;388;p43"/>
          <p:cNvSpPr txBox="1">
            <a:spLocks noGrp="1"/>
          </p:cNvSpPr>
          <p:nvPr>
            <p:ph type="subTitle" idx="4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89" name="Google Shape;389;p43"/>
          <p:cNvSpPr txBox="1">
            <a:spLocks noGrp="1"/>
          </p:cNvSpPr>
          <p:nvPr>
            <p:ph type="subTitle" idx="5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90" name="Google Shape;390;p43"/>
          <p:cNvSpPr txBox="1">
            <a:spLocks noGrp="1"/>
          </p:cNvSpPr>
          <p:nvPr>
            <p:ph type="subTitle" idx="6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r chart background">
  <p:cSld name="CUSTOM_8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2" name="Google Shape;402;p4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44"/>
          <p:cNvSpPr txBox="1">
            <a:spLocks noGrp="1"/>
          </p:cNvSpPr>
          <p:nvPr>
            <p:ph type="subTitle" idx="2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">
  <p:cSld name="CUSTOM_8_1">
    <p:bg>
      <p:bgPr>
        <a:solidFill>
          <a:schemeClr val="accent2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>
            <a:spLocks noGrp="1"/>
          </p:cNvSpPr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8" name="Google Shape;408;p45"/>
          <p:cNvSpPr txBox="1">
            <a:spLocks noGrp="1"/>
          </p:cNvSpPr>
          <p:nvPr>
            <p:ph type="subTitle" idx="1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11" name="Google Shape;411;p4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0" name="Google Shape;420;p4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5" name="Google Shape;425;p5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0" name="Google Shape;430;p5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1" name="Google Shape;431;p5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57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1" name="Google Shape;441;p57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2" name="Google Shape;442;p57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3" name="Google Shape;443;p57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4" name="Google Shape;444;p57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5" name="Google Shape;445;p57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49" name="Google Shape;449;p58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52" name="Google Shape;452;p59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3" name="Google Shape;453;p59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4" name="Google Shape;454;p59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5" name="Google Shape;455;p59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8" name="Google Shape;458;p60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9" name="Google Shape;459;p6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0" name="Google Shape;460;p60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1" name="Google Shape;461;p60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2" name="Google Shape;462;p60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3" name="Google Shape;463;p60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6" name="Google Shape;466;p61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7" name="Google Shape;467;p61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8" name="Google Shape;468;p61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9" name="Google Shape;469;p61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0" name="Google Shape;470;p61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1" name="Google Shape;471;p61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2" name="Google Shape;472;p61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3" name="Google Shape;473;p61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62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9" name="Google Shape;479;p63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2" name="Google Shape;482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63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84" name="Google Shape;484;p63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7" name="Google Shape;487;p64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90" name="Google Shape;490;p64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92" name="Google Shape;492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64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94" name="Google Shape;494;p64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95" name="Google Shape;495;p64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66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67" descr="A close-up of a modern glass structure. "/>
          <p:cNvPicPr preferRelativeResize="0"/>
          <p:nvPr/>
        </p:nvPicPr>
        <p:blipFill rotWithShape="1">
          <a:blip r:embed="rId3">
            <a:alphaModFix/>
          </a:blip>
          <a:srcRect l="21737" r="19116" b="8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>
            <a:spLocks noGrp="1"/>
          </p:cNvSpPr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PW, VW, and EW Portfolios</a:t>
            </a:r>
            <a:endParaRPr i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67"/>
          <p:cNvSpPr txBox="1">
            <a:spLocks noGrp="1"/>
          </p:cNvSpPr>
          <p:nvPr>
            <p:ph type="subTitle" idx="1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16 September 2025</a:t>
            </a:r>
            <a:endParaRPr dirty="0"/>
          </a:p>
        </p:txBody>
      </p:sp>
      <p:sp>
        <p:nvSpPr>
          <p:cNvPr id="516" name="Google Shape;516;p67"/>
          <p:cNvSpPr txBox="1">
            <a:spLocks noGrp="1"/>
          </p:cNvSpPr>
          <p:nvPr>
            <p:ph type="body" idx="3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our three portfolios including how they performed against and correlated to three major indices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/>
          <p:nvPr/>
        </p:nvSpPr>
        <p:spPr>
          <a:xfrm>
            <a:off x="5493600" y="75"/>
            <a:ext cx="3664800" cy="196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2" name="Google Shape;522;p68"/>
          <p:cNvSpPr/>
          <p:nvPr/>
        </p:nvSpPr>
        <p:spPr>
          <a:xfrm>
            <a:off x="5493600" y="1962763"/>
            <a:ext cx="3664800" cy="1962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3" name="Google Shape;523;p68"/>
          <p:cNvSpPr/>
          <p:nvPr/>
        </p:nvSpPr>
        <p:spPr>
          <a:xfrm>
            <a:off x="5493600" y="3925375"/>
            <a:ext cx="3664800" cy="122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4" name="Google Shape;524;p68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Lehman Brothers 2.0</a:t>
            </a:r>
            <a:endParaRPr/>
          </a:p>
        </p:txBody>
      </p:sp>
      <p:sp>
        <p:nvSpPr>
          <p:cNvPr id="525" name="Google Shape;525;p6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526" name="Google Shape;526;p68"/>
          <p:cNvSpPr txBox="1">
            <a:spLocks noGrp="1"/>
          </p:cNvSpPr>
          <p:nvPr>
            <p:ph type="title"/>
          </p:nvPr>
        </p:nvSpPr>
        <p:spPr>
          <a:xfrm>
            <a:off x="5796575" y="2351325"/>
            <a:ext cx="9895200" cy="6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7.5% v 8.3%</a:t>
            </a:r>
            <a:endParaRPr sz="4800"/>
          </a:p>
        </p:txBody>
      </p:sp>
      <p:sp>
        <p:nvSpPr>
          <p:cNvPr id="527" name="Google Shape;527;p68"/>
          <p:cNvSpPr txBox="1">
            <a:spLocks noGrp="1"/>
          </p:cNvSpPr>
          <p:nvPr>
            <p:ph type="title" idx="3"/>
          </p:nvPr>
        </p:nvSpPr>
        <p:spPr>
          <a:xfrm>
            <a:off x="5796575" y="507450"/>
            <a:ext cx="9895200" cy="8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11.2%</a:t>
            </a:r>
            <a:endParaRPr/>
          </a:p>
        </p:txBody>
      </p:sp>
      <p:sp>
        <p:nvSpPr>
          <p:cNvPr id="528" name="Google Shape;528;p68"/>
          <p:cNvSpPr txBox="1">
            <a:spLocks noGrp="1"/>
          </p:cNvSpPr>
          <p:nvPr>
            <p:ph type="subTitle" idx="4"/>
          </p:nvPr>
        </p:nvSpPr>
        <p:spPr>
          <a:xfrm>
            <a:off x="5776100" y="4187325"/>
            <a:ext cx="3000600" cy="8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vs small cap returns: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❖"/>
            </a:pPr>
            <a:r>
              <a:rPr lang="en"/>
              <a:t>Small cap has value from 2000-2016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❖"/>
            </a:pPr>
            <a:r>
              <a:rPr lang="en"/>
              <a:t>Magnificent 7 and other market leaders (BRK) have dominated since 2016 without frequent stock splits</a:t>
            </a:r>
            <a:endParaRPr/>
          </a:p>
        </p:txBody>
      </p:sp>
      <p:sp>
        <p:nvSpPr>
          <p:cNvPr id="529" name="Google Shape;529;p68"/>
          <p:cNvSpPr txBox="1">
            <a:spLocks noGrp="1"/>
          </p:cNvSpPr>
          <p:nvPr>
            <p:ph type="subTitle" idx="5"/>
          </p:nvPr>
        </p:nvSpPr>
        <p:spPr>
          <a:xfrm>
            <a:off x="5776100" y="3269301"/>
            <a:ext cx="2613300" cy="432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Year-over-year comparison of the value-weighted portfolio (with 100 stocks) and the S&amp;P 500 from 2000-2024</a:t>
            </a:r>
            <a:endParaRPr/>
          </a:p>
        </p:txBody>
      </p:sp>
      <p:sp>
        <p:nvSpPr>
          <p:cNvPr id="530" name="Google Shape;530;p68"/>
          <p:cNvSpPr txBox="1">
            <a:spLocks noGrp="1"/>
          </p:cNvSpPr>
          <p:nvPr>
            <p:ph type="subTitle" idx="6"/>
          </p:nvPr>
        </p:nvSpPr>
        <p:spPr>
          <a:xfrm>
            <a:off x="5776100" y="1343775"/>
            <a:ext cx="2613300" cy="483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Year-over-year returns for the price-weighted index from 2000-2024 using the top 100 stocks</a:t>
            </a:r>
            <a:endParaRPr/>
          </a:p>
        </p:txBody>
      </p:sp>
      <p:sp>
        <p:nvSpPr>
          <p:cNvPr id="531" name="Google Shape;531;p68"/>
          <p:cNvSpPr/>
          <p:nvPr/>
        </p:nvSpPr>
        <p:spPr>
          <a:xfrm>
            <a:off x="2205138" y="1809578"/>
            <a:ext cx="1083300" cy="1083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2" name="Google Shape;532;p68" title="PortfolioReturn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3925"/>
            <a:ext cx="5493599" cy="375957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68"/>
          <p:cNvSpPr txBox="1"/>
          <p:nvPr/>
        </p:nvSpPr>
        <p:spPr>
          <a:xfrm>
            <a:off x="5776100" y="3925475"/>
            <a:ext cx="26133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Major Takeaways:</a:t>
            </a:r>
            <a:endParaRPr sz="1200" u="sng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9"/>
          <p:cNvSpPr/>
          <p:nvPr/>
        </p:nvSpPr>
        <p:spPr>
          <a:xfrm>
            <a:off x="4565475" y="375676"/>
            <a:ext cx="4578600" cy="146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9" name="Google Shape;539;p69"/>
          <p:cNvSpPr/>
          <p:nvPr/>
        </p:nvSpPr>
        <p:spPr>
          <a:xfrm>
            <a:off x="4565475" y="1845637"/>
            <a:ext cx="4578600" cy="146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0" name="Google Shape;540;p69"/>
          <p:cNvSpPr/>
          <p:nvPr/>
        </p:nvSpPr>
        <p:spPr>
          <a:xfrm>
            <a:off x="4565475" y="3310189"/>
            <a:ext cx="4578600" cy="1469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1" name="Google Shape;541;p69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Lehman Brothers 2.0</a:t>
            </a:r>
            <a:endParaRPr/>
          </a:p>
        </p:txBody>
      </p:sp>
      <p:sp>
        <p:nvSpPr>
          <p:cNvPr id="542" name="Google Shape;542;p69"/>
          <p:cNvSpPr txBox="1">
            <a:spLocks noGrp="1"/>
          </p:cNvSpPr>
          <p:nvPr>
            <p:ph type="body" idx="2"/>
          </p:nvPr>
        </p:nvSpPr>
        <p:spPr>
          <a:xfrm>
            <a:off x="4845475" y="998689"/>
            <a:ext cx="3382500" cy="769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value-weighted portfolio has a high correlation with the S&amp;P 500 (SPY) and NASDAQ (QQQ) because these indices are also value-weighted. The price-weighted portfolio has the highest correlation with the DOW (DIA) because of their shared weighting style.</a:t>
            </a:r>
            <a:endParaRPr/>
          </a:p>
        </p:txBody>
      </p:sp>
      <p:sp>
        <p:nvSpPr>
          <p:cNvPr id="543" name="Google Shape;543;p69"/>
          <p:cNvSpPr txBox="1">
            <a:spLocks noGrp="1"/>
          </p:cNvSpPr>
          <p:nvPr>
            <p:ph type="subTitle" idx="3"/>
          </p:nvPr>
        </p:nvSpPr>
        <p:spPr>
          <a:xfrm>
            <a:off x="4845475" y="666041"/>
            <a:ext cx="33825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Weighting Styles</a:t>
            </a:r>
            <a:endParaRPr/>
          </a:p>
        </p:txBody>
      </p:sp>
      <p:sp>
        <p:nvSpPr>
          <p:cNvPr id="544" name="Google Shape;544;p69"/>
          <p:cNvSpPr txBox="1">
            <a:spLocks noGrp="1"/>
          </p:cNvSpPr>
          <p:nvPr>
            <p:ph type="body" idx="5"/>
          </p:nvPr>
        </p:nvSpPr>
        <p:spPr>
          <a:xfrm>
            <a:off x="4845475" y="3927439"/>
            <a:ext cx="3382500" cy="769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Although QQQ is value-weighted, there is a lower correlation with the other portfolios, most likely due to not investing in the financial sector. Financial services is the second largest sector today (at 15.22%) so QQQ excluding these stocks can lead to a lower correlation. </a:t>
            </a:r>
            <a:endParaRPr/>
          </a:p>
        </p:txBody>
      </p:sp>
      <p:sp>
        <p:nvSpPr>
          <p:cNvPr id="545" name="Google Shape;545;p69"/>
          <p:cNvSpPr txBox="1">
            <a:spLocks noGrp="1"/>
          </p:cNvSpPr>
          <p:nvPr>
            <p:ph type="subTitle" idx="6"/>
          </p:nvPr>
        </p:nvSpPr>
        <p:spPr>
          <a:xfrm>
            <a:off x="4845475" y="3594791"/>
            <a:ext cx="33825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Sectors of Focus</a:t>
            </a:r>
            <a:endParaRPr/>
          </a:p>
        </p:txBody>
      </p:sp>
      <p:sp>
        <p:nvSpPr>
          <p:cNvPr id="546" name="Google Shape;546;p69"/>
          <p:cNvSpPr txBox="1">
            <a:spLocks noGrp="1"/>
          </p:cNvSpPr>
          <p:nvPr>
            <p:ph type="body" idx="7"/>
          </p:nvPr>
        </p:nvSpPr>
        <p:spPr>
          <a:xfrm>
            <a:off x="4845475" y="2431037"/>
            <a:ext cx="3382500" cy="769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 portfolios created were all using the top 100 stocks. This constraint led to a bias towards large cap stocks. Even the equal-weighted portfolio favored large cap, because it was only the top 100. This led to high correlations between EW, VW, SPY, QQQ, and DIA.</a:t>
            </a:r>
            <a:endParaRPr/>
          </a:p>
        </p:txBody>
      </p:sp>
      <p:sp>
        <p:nvSpPr>
          <p:cNvPr id="547" name="Google Shape;547;p69"/>
          <p:cNvSpPr txBox="1">
            <a:spLocks noGrp="1"/>
          </p:cNvSpPr>
          <p:nvPr>
            <p:ph type="subTitle" idx="8"/>
          </p:nvPr>
        </p:nvSpPr>
        <p:spPr>
          <a:xfrm>
            <a:off x="4845475" y="2098390"/>
            <a:ext cx="33825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Investable Universe</a:t>
            </a:r>
            <a:endParaRPr/>
          </a:p>
        </p:txBody>
      </p:sp>
      <p:pic>
        <p:nvPicPr>
          <p:cNvPr id="548" name="Google Shape;548;p69" title="CorrelationMatrix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6761"/>
            <a:ext cx="4525075" cy="364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0"/>
          <p:cNvSpPr txBox="1">
            <a:spLocks noGrp="1"/>
          </p:cNvSpPr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54" name="Google Shape;554;p70"/>
          <p:cNvSpPr txBox="1">
            <a:spLocks noGrp="1"/>
          </p:cNvSpPr>
          <p:nvPr>
            <p:ph type="subTitle" idx="1"/>
          </p:nvPr>
        </p:nvSpPr>
        <p:spPr>
          <a:xfrm>
            <a:off x="451475" y="3776250"/>
            <a:ext cx="3370500" cy="7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Nathan Arimilli, Joseph Bailey, Shahmir Javed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Macintosh PowerPoint</Application>
  <PresentationFormat>On-screen Show (16:9)</PresentationFormat>
  <Paragraphs>22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Newsreader</vt:lpstr>
      <vt:lpstr>DM Sans</vt:lpstr>
      <vt:lpstr>DM Sans Light</vt:lpstr>
      <vt:lpstr>DM Sans SemiBold</vt:lpstr>
      <vt:lpstr>Newsreader SemiBold</vt:lpstr>
      <vt:lpstr>Simple Light</vt:lpstr>
      <vt:lpstr>Business Plan Presentation</vt:lpstr>
      <vt:lpstr>Building PW, VW, and EW Portfolios </vt:lpstr>
      <vt:lpstr>7.5% v 8.3%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Arimilli, Nathan</cp:lastModifiedBy>
  <cp:revision>1</cp:revision>
  <dcterms:modified xsi:type="dcterms:W3CDTF">2026-06-06T23:23:01Z</dcterms:modified>
</cp:coreProperties>
</file>